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COLLEGE ACADEMIC PROJECT PRESENTATION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Event Management &amp; Registration System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 Modern Web-Based Platform for College Event Publishing, Dual-Role Security, Capacity-Controlled Registrations, and Official Verification Passes.</a:t>
            </a:r>
          </a:p>
          <a:p>
            <a:br/>
            <a:pPr>
              <a:defRPr sz="1300">
                <a:solidFill>
                  <a:srgbClr val="6366F1"/>
                </a:solidFill>
              </a:defRPr>
            </a:pPr>
            <a:r>
              <a:t>Tech Stack: Spring Boot 3 | Spring Security | Thymeleaf | H2 Database | Bootstrap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Traditional Challenges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Manual paper sign-ups or fragmented Google Forms.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Zero real-time capacity enforcement, leading to overcrowding.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Accidental duplicate submissions with no verification.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No centralized dashboard for organizers to view live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System Objectives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Automate end-to-end event discovery, registration &amp; ticketing.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Strict role separation between Students and Event Organizers (Admins).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Real-time seat count decrement and duplicate-blocking logic.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 Instant verification pass generation with printable proof &amp; CSV roster exports.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TECHNICAL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Layered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Presentation Layer</a:t>
            </a:r>
          </a:p>
          <a:p>
            <a:pPr>
              <a:spcBef>
                <a:spcPts val="300"/>
              </a:spcBef>
              <a:defRPr sz="1100">
                <a:solidFill>
                  <a:srgbClr val="4F46E5"/>
                </a:solidFill>
              </a:defRPr>
            </a:pPr>
            <a:r>
              <a:t>Thymeleaf &amp; UI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Bootstrap 5 CDN (Responsive)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Thymeleaf Engine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Spring Security Dialect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Role-Based Dynamic Menus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Clean Printable Pass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4688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Controller Layer</a:t>
            </a:r>
          </a:p>
          <a:p>
            <a:pPr>
              <a:spcBef>
                <a:spcPts val="300"/>
              </a:spcBef>
              <a:defRPr sz="1100">
                <a:solidFill>
                  <a:srgbClr val="4F46E5"/>
                </a:solidFill>
              </a:defRPr>
            </a:pPr>
            <a:r>
              <a:t>Spring MVC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AuthController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EventController (Public)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AdminEventController (CRUD)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AdminDashboardController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RegistrationController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24688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Service &amp; Business</a:t>
            </a:r>
          </a:p>
          <a:p>
            <a:pPr>
              <a:spcBef>
                <a:spcPts val="300"/>
              </a:spcBef>
              <a:defRPr sz="1100">
                <a:solidFill>
                  <a:srgbClr val="4F46E5"/>
                </a:solidFill>
              </a:defRPr>
            </a:pPr>
            <a:r>
              <a:t>Application Logic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UserService (BCrypt)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EventService (Seat mgmt)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RegistrationService (Locks)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DashboardService (Metrics)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CustomUserDetailsService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554480"/>
            <a:ext cx="24688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Persistence Layer</a:t>
            </a:r>
          </a:p>
          <a:p>
            <a:pPr>
              <a:spcBef>
                <a:spcPts val="300"/>
              </a:spcBef>
              <a:defRPr sz="1100">
                <a:solidFill>
                  <a:srgbClr val="4F46E5"/>
                </a:solidFill>
              </a:defRPr>
            </a:pPr>
            <a:r>
              <a:t>JPA &amp; Database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Spring Data JPA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Hibernate ORM 6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H2 File-Based Database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Entity Schema Automation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Unique DB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USER MANAGEMENT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Strict Role Separation: Student vs Organizer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STUDENT / ATTENDEE ROLE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Self-Registration: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Students select 'Student / Attendee' at registration or use default student seed credentials.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Public Event Catalog: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Search upcoming campus events, check remaining available seats and dates.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One-Click Registration: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Instant seat check and booking with duplicate registration prevention.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My Registrations &amp; Pass: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View booked events, cancel anytime, and generate official printable verification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ORGANIZER / ADMIN ROLE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Admin Dashboard: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Live aggregate metrics: total events, total registrations, and per-event registrations.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Full Event CRUD: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Create new events, edit venue/timings/capacity, and delete past/cancelled events.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Attendee Roster: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View real-time registered student lists per event with instant keyword search.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Roster Management &amp; CSV: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Remove invalid attendees and export official attendee CSV reports for attendance.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Registration &amp; Verification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1. Event Published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Admin defines event title, date, venue, and strict maximum capacity limit.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2. Student Signs Up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Student logs in, views event details, and submits a registration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3. Validation Engine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Transactional checks verify (a) user not already registered, and (b) capacity &gt;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4. Seat Decrement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Capacity count decrements atomically in database; registration timestamp saved.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5. Pass Generation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Student receives unique pass verification code (EVT-X-REGY) with printable entry 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6. Admin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Admin checks roster, exports CSV list, or manages attendees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Database Architecture &amp; File-Based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User Entity (Table: users)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id (BIGINT, Primary Key, Auto-Increment)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fullName (VARCHAR 100, Not Null)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email (VARCHAR 255, Unique, Indexed)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password (VARCHAR 255, BCrypt Hashed)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role (ENUM: ADMIN, ATTENDEE)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Event Entity (Table: events)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id (BIGINT, Primary Key, Auto-Increment)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name (VARCHAR 150, Not Null)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description (TEXT)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date, startTime, endTime (Not Null)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location (VARCHAR 200)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capacity (INT, Check &gt;= 1)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registeredCount (INT, Default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Registration Entity (Table: registrations)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id (BIGINT, Primary Key, Auto-Increment)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user_id (Foreign Key -&gt; users.id)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event_id (Foreign Key -&gt; events.id)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registeredAt (TIMESTAMP)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UNIQUE CONSTRAINT (user_id, event_id)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Storage: H2 File-based (./data/eventsdb)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DEMO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Key Functional Highlights &amp; College Demo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⭐ Official Printable Pass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Glitch-free, dedicated verification pass page with official code (EVT-X-REGY) and instant browser printing.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⭐ Live CSV Attendee Export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Admins download one-click CSV roster containing Registration ID, Student Name, Email, and Timestamp.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⭐ Persistent Local Storage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Custom events and registered users persist across server restarts via H2 file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⭐ Capacity Guard Logic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Automated 'Event Full' status shields when spots reach zero. Prevents student over-enrollment.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⭐ Duplicate Defense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Enforced at both the Service layer (validation check) and Database layer (composite unique constraint).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⭐ Live Seed Data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Comes pre-seeded with 1 Admin account, 2 Student accounts, and 4 upcoming college events for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PROJECT SUMMARY &amp; DEMONSTRATION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Thank You! Ready for Questions &amp; Live Demo.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✔ Production-ready Spring Boot 3 foundation with clean layered architecture.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✔ Zero bloat: No unneeded dependencies or glitchy third-party components.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✔ Interactive live demo running on http://localhost:8080.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✔ Default Admin: admin@college.com | Default Student: john@college.com.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